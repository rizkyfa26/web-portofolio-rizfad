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15"/>
    <p:sldId id="263" r:id="rId14"/>
    <p:sldId id="265" r:id="rId16"/>
    <p:sldId id="259" r:id="rId5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  <Relationship Id="rId14" Type="http://schemas.openxmlformats.org/officeDocument/2006/relationships/slide" Target="slides/slide8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Sales Analysis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SH">
    <p:bg>
      <p:bgPr>
        <a:solidFill>
          <a:srgbClr val="04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2014.png"/><Relationship Id="rId2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2011.png"/><Relationship Id="rId2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PORTOFOLIO DATA ANALYST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Sales Analysis Dashboard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performa penjualan dan profit ritel ecommerce, 2011 sampai 2014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212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|  Pivot Table  |  Slicer  | 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63840" y="10972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0" y="126187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$2.30M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27432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0" y="29077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$286K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43891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45537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Kasus: Di Mana Profit Terbentuk dan Bocor?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perusahaan ritel ecommerce di Amerika Serikat menjual Furniture, Office Supplies, dan Technology kepada tiga segmen pelanggan di empat region.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butuh satu dashboard untuk memantau kinerja bisnis dan menemukan sumber kebocoran profit.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6583680" cy="1024128"/>
          </a:xfrm>
          <a:prstGeom prst="roundRect">
            <a:avLst>
              <a:gd name="adj" fmla="val 7143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57800" y="1645920"/>
            <a:ext cx="475488" cy="47548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463040"/>
            <a:ext cx="5477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tren sales, profit, dan margin dari tahun ke tahun?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2542032"/>
            <a:ext cx="6583680" cy="1024128"/>
          </a:xfrm>
          <a:prstGeom prst="roundRect">
            <a:avLst>
              <a:gd name="adj" fmla="val 7143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7800" y="2816352"/>
            <a:ext cx="475488" cy="47548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2816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633472"/>
            <a:ext cx="5477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dan sub-kategori mana yang paling untung atau paling tipis?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3712464"/>
            <a:ext cx="6583680" cy="1024128"/>
          </a:xfrm>
          <a:prstGeom prst="roundRect">
            <a:avLst>
              <a:gd name="adj" fmla="val 7143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7800" y="3986784"/>
            <a:ext cx="475488" cy="47548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57800" y="3986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803904"/>
            <a:ext cx="5477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 yang menjadi kontributor sales terbesar pada peta?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4882896"/>
            <a:ext cx="6583680" cy="1024128"/>
          </a:xfrm>
          <a:prstGeom prst="roundRect">
            <a:avLst>
              <a:gd name="adj" fmla="val 7143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5157216"/>
            <a:ext cx="475488" cy="47548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7800" y="5157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4974336"/>
            <a:ext cx="5477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ada pola musiman pada sales dan profit bulanan?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dashboard interaktif dengan filter Year, Segment, dan Region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commerce Sales Analysis Dashboard, semua tahun 2011 sampai 20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8" y="292724"/>
            <a:ext cx="11978640" cy="62725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Dashboard: Technology Unggul, Furniture Tipis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$145.45K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Technology, terbesar dari tiga kategori dan 36.4% dari total sales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$18.45K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317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Furniture, hanya 6% dari total profit $286.40K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383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$457.69K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605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California, state tertinggi pada peta Sales by State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2004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383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$330.01K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1605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Phones, sub-kategori teratas disusul Chairs $328.45K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menyumbang 32.30% sales, tetapi profitnya hanya $18.45K. Sales besar belum tentu berarti profit.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Bisnis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45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 lini Furniture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Furniture turun dari $6.63K (2011) ke $2.63K (2014), padahal masih menyumbang sekitar 30% sales. Tinjau harga dan biaya pemasok.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645920"/>
            <a:ext cx="548640" cy="548640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645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Dorong Technology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377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Technology naik dari $22.73K ke $51.95K dan menjadi kategori terbesar. Prioritaskan stok dan promosi Phones, sub-kategori sales teratas.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 momentum Office Supplies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46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naik dari $22.69K ke $41.43K, dan Binders masuk Top 5 sub-kategori di 2014. Pertahankan ketersediaan stok.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114800"/>
            <a:ext cx="548640" cy="548640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stok akhir tahun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846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dan profit cenderung memuncak pada Sep sampai Des. Amankan stok sebelum Q4, terutama sub-kategori Top 5.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dan Langkah Lanjutan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utama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Bisnis sehat: profit naik 84% dari $52.05K (2011) ke $96.01K (2014).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dan Office Supplies menjadi mesin profit.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turun ke $2.63K di 2014, walau masih 30.23% dari sales.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memuncak di akhir tahun, dan California menjadi state tertinggi.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06640" y="13716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berikutnya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1031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filter Category dan Sub-Category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pelanggan (RFM)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sales Q4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52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kasih. Saya terbuka untuk diskusi dan masukan.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shboard 20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commerce Sales Analysis Dashboard, Dashboard tahun 20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8" y="288766"/>
            <a:ext cx="11978640" cy="62804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shboard 20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commerce Sales Analysis Dashboard, Dashboard tahun 20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8" y="233310"/>
            <a:ext cx="11978640" cy="63913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Dashboard 2011 dan 2014</a:t>
            </a:r>
            <a:endParaRPr lang="en-US" sz="3200" dirty="0"/>
          </a:p>
        </p:txBody>
      </p:sp>
      <p:graphicFrame>
        <p:nvGraphicFramePr>
          <p:cNvPr id="3" name="Tabel Perbandingan"/>
          <p:cNvGraphicFramePr>
            <a:graphicFrameLocks noGrp="1"/>
          </p:cNvGraphicFramePr>
          <p:nvPr/>
        </p:nvGraphicFramePr>
        <p:xfrm>
          <a:off x="548640" y="1234440"/>
          <a:ext cx="11064240" cy="3291840"/>
        </p:xfrm>
        <a:graphic>
          <a:graphicData uri="http://schemas.openxmlformats.org/drawingml/2006/table">
            <a:tbl>
              <a:tblPr firstRow="1"/>
              <a:tblGrid>
                <a:gridCol w="3566160"/>
                <a:gridCol w="2286000"/>
                <a:gridCol w="228600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 dashboard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Perubahan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E971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0" dirty="0">
                          <a:solidFill>
                            <a:srgbClr val="E6E6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profit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$52.05K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$96.01K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+84.5%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0" dirty="0">
                          <a:solidFill>
                            <a:srgbClr val="E6E6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Technology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$22.73K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$51.95K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+128.6%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E2E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0" dirty="0">
                          <a:solidFill>
                            <a:srgbClr val="E6E6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Office Supplies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$22.69K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$41.43K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+82.6%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0" dirty="0">
                          <a:solidFill>
                            <a:srgbClr val="E6E6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Furniture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$6.63K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$2.63K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E97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-60.3%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E2E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0" dirty="0">
                          <a:solidFill>
                            <a:srgbClr val="E6E6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Porsi sales Furniture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35.23%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30.23%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E971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-5.0 poin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0" dirty="0">
                          <a:solidFill>
                            <a:srgbClr val="E6E6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Sub-kategori sales teratas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Chairs $78.54K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 $124.80K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 naik ke posisi 1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E2E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0" dirty="0">
                          <a:solidFill>
                            <a:srgbClr val="E6E6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state tertinggi (peta)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$98.71K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$137.47K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+39.3%</a:t>
                      </a:r>
                    </a:p>
                  </a:txBody>
                  <a:tcPr marL="182880" marR="18288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D0D0D"/>
                      </a:solidFill>
                    </a:lnB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4" name="Kartu Kesimpulan"/>
          <p:cNvSpPr/>
          <p:nvPr/>
        </p:nvSpPr>
        <p:spPr>
          <a:xfrm>
            <a:off x="548640" y="4754880"/>
            <a:ext cx="11064240" cy="914400"/>
          </a:xfrm>
          <a:prstGeom prst="roundRect">
            <a:avLst>
              <a:gd name="adj" fmla="val 6667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ks Kesimpulan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hampir dua kali lipat, ditopang Technology dan Office Supplies. Furniture justru turun, dan porsi salesnya mengecil.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Ecommerce Sales Analysis Dashboard</dc:title>
  <dc:subject>PptxGenJS Presentation</dc:subject>
  <dc:creator>PptxGenJS</dc:creator>
  <cp:lastModifiedBy>PptxGenJS</cp:lastModifiedBy>
  <cp:revision>1</cp:revision>
  <dcterms:created xsi:type="dcterms:W3CDTF">2026-10-24T06:39:48Z</dcterms:created>
  <dcterms:modified xsi:type="dcterms:W3CDTF">2026-10-24T06:39:48Z</dcterms:modified>
</cp:coreProperties>
</file>